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677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0D7C-5FFE-46D1-8387-480E1A101FCE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2F9A-2E5D-4ECD-A54A-5E4EAFBAC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803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0D7C-5FFE-46D1-8387-480E1A101FCE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2F9A-2E5D-4ECD-A54A-5E4EAFBAC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656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0D7C-5FFE-46D1-8387-480E1A101FCE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2F9A-2E5D-4ECD-A54A-5E4EAFBAC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987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0D7C-5FFE-46D1-8387-480E1A101FCE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2F9A-2E5D-4ECD-A54A-5E4EAFBAC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3438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0D7C-5FFE-46D1-8387-480E1A101FCE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2F9A-2E5D-4ECD-A54A-5E4EAFBAC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291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0D7C-5FFE-46D1-8387-480E1A101FCE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2F9A-2E5D-4ECD-A54A-5E4EAFBAC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484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0D7C-5FFE-46D1-8387-480E1A101FCE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2F9A-2E5D-4ECD-A54A-5E4EAFBAC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083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0D7C-5FFE-46D1-8387-480E1A101FCE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2F9A-2E5D-4ECD-A54A-5E4EAFBAC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1813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0D7C-5FFE-46D1-8387-480E1A101FCE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2F9A-2E5D-4ECD-A54A-5E4EAFBAC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27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0D7C-5FFE-46D1-8387-480E1A101FCE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2F9A-2E5D-4ECD-A54A-5E4EAFBAC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256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10D7C-5FFE-46D1-8387-480E1A101FCE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F2F9A-2E5D-4ECD-A54A-5E4EAFBAC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588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10D7C-5FFE-46D1-8387-480E1A101FCE}" type="datetimeFigureOut">
              <a:rPr lang="en-IN" smtClean="0"/>
              <a:t>19-07-2025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F2F9A-2E5D-4ECD-A54A-5E4EAFBACC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6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DB135B-0EA5-000A-9E8D-5037C9090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3657" y="114120"/>
            <a:ext cx="1901071" cy="366647"/>
          </a:xfrm>
        </p:spPr>
        <p:txBody>
          <a:bodyPr>
            <a:normAutofit fontScale="92500" lnSpcReduction="10000"/>
          </a:bodyPr>
          <a:lstStyle/>
          <a:p>
            <a:r>
              <a:rPr lang="en-US" b="1" u="sng" dirty="0"/>
              <a:t>CONCLUSION</a:t>
            </a:r>
            <a:endParaRPr lang="en-IN" b="1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02D09B-E160-A33E-7E24-660DB9AF2AE8}"/>
              </a:ext>
            </a:extLst>
          </p:cNvPr>
          <p:cNvSpPr txBox="1"/>
          <p:nvPr/>
        </p:nvSpPr>
        <p:spPr>
          <a:xfrm>
            <a:off x="307942" y="471341"/>
            <a:ext cx="1157611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b="1" dirty="0"/>
              <a:t>MONTHLY SALES HIGHEST AND LOWEST </a:t>
            </a:r>
          </a:p>
          <a:p>
            <a:r>
              <a:rPr lang="en-US" sz="2000" dirty="0"/>
              <a:t>ANS: HIGHEST –NOVEMBER</a:t>
            </a:r>
            <a:r>
              <a:rPr lang="en-IN" sz="2000" dirty="0"/>
              <a:t> &amp; LOWEST- JANUARY</a:t>
            </a:r>
          </a:p>
          <a:p>
            <a:endParaRPr lang="en-IN" sz="2000" b="1" dirty="0"/>
          </a:p>
          <a:p>
            <a:r>
              <a:rPr lang="en-IN" sz="2000" b="1" dirty="0"/>
              <a:t>2. PRODUCT CATEGORY SALES FROM HIGHEST TO LOWEST.</a:t>
            </a:r>
          </a:p>
          <a:p>
            <a:r>
              <a:rPr lang="en-IN" sz="2000" dirty="0"/>
              <a:t>ANS: TECHOLOGY, FURNITURE, OFFICE ITEM</a:t>
            </a:r>
          </a:p>
          <a:p>
            <a:endParaRPr lang="en-IN" sz="2000" b="1" dirty="0"/>
          </a:p>
          <a:p>
            <a:r>
              <a:rPr lang="en-IN" sz="2000" b="1" dirty="0"/>
              <a:t>3. SALES ANALYSIS BASED ON SUB-CATEGORY , WHICH IS HIGHEST SOLD?</a:t>
            </a:r>
          </a:p>
          <a:p>
            <a:r>
              <a:rPr lang="en-IN" sz="2000" dirty="0"/>
              <a:t>ANS: PHONE</a:t>
            </a:r>
          </a:p>
          <a:p>
            <a:endParaRPr lang="en-IN" sz="2000" b="1" dirty="0"/>
          </a:p>
          <a:p>
            <a:r>
              <a:rPr lang="en-IN" sz="2000" b="1" dirty="0"/>
              <a:t>4. MONTHLY PROFIT ANALYSIS OF SALES. </a:t>
            </a:r>
          </a:p>
          <a:p>
            <a:r>
              <a:rPr lang="en-IN" sz="2000" dirty="0"/>
              <a:t>ANS: HIGHEST- DECEMBER &amp; LOWEST-JANUARY.</a:t>
            </a:r>
          </a:p>
          <a:p>
            <a:endParaRPr lang="en-IN" sz="2000" b="1" dirty="0"/>
          </a:p>
          <a:p>
            <a:r>
              <a:rPr lang="en-IN" sz="2000" b="1" dirty="0"/>
              <a:t>5. PROFIT BY CATEGORY &amp; SUB-CATEGORY.</a:t>
            </a:r>
          </a:p>
          <a:p>
            <a:r>
              <a:rPr lang="en-IN" sz="2000" dirty="0"/>
              <a:t>ANS: PROFIT BY CATEGORY- TECHNOLOGY &amp; PROFIT BY SUB-CATEGORY- COURIERS</a:t>
            </a:r>
            <a:r>
              <a:rPr lang="en-IN" sz="2000" b="1" dirty="0"/>
              <a:t>.</a:t>
            </a:r>
          </a:p>
          <a:p>
            <a:endParaRPr lang="en-IN" sz="2000" b="1" dirty="0"/>
          </a:p>
          <a:p>
            <a:r>
              <a:rPr lang="en-IN" sz="2000" b="1" dirty="0"/>
              <a:t>6. SALES AND PROFIT BY CUSTOMER SEGMENT .</a:t>
            </a:r>
          </a:p>
          <a:p>
            <a:r>
              <a:rPr lang="en-IN" sz="2000" dirty="0"/>
              <a:t>ANS: CONSUMER, CORPORATE. HOME OFFICES.</a:t>
            </a:r>
          </a:p>
          <a:p>
            <a:endParaRPr lang="en-IN" sz="2000" b="1" dirty="0"/>
          </a:p>
          <a:p>
            <a:r>
              <a:rPr lang="en-IN" sz="2000" b="1" dirty="0"/>
              <a:t>7. SALES BY PROFIT RATIO.</a:t>
            </a:r>
          </a:p>
          <a:p>
            <a:r>
              <a:rPr lang="en-IN" sz="2000" dirty="0"/>
              <a:t>ANS: CONSUMER RATIO IS MORE I.E. , 8.0 .</a:t>
            </a:r>
          </a:p>
        </p:txBody>
      </p:sp>
    </p:spTree>
    <p:extLst>
      <p:ext uri="{BB962C8B-B14F-4D97-AF65-F5344CB8AC3E}">
        <p14:creationId xmlns:p14="http://schemas.microsoft.com/office/powerpoint/2010/main" val="2170624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121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</cp:revision>
  <dcterms:created xsi:type="dcterms:W3CDTF">2025-07-19T07:19:35Z</dcterms:created>
  <dcterms:modified xsi:type="dcterms:W3CDTF">2025-07-19T07:20:14Z</dcterms:modified>
</cp:coreProperties>
</file>